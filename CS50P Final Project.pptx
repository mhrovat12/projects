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1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734CC1-92C5-271F-1829-51BFCCC5A3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71C016-2400-D4C8-3B2D-5A212760FC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13DD20-691C-8C05-96EE-12EEDFF05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ACA14-DE06-441E-9A11-869FA70D2DBB}" type="datetimeFigureOut">
              <a:rPr lang="en-GB" smtClean="0"/>
              <a:t>19/02/2025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433160-A78E-8003-267D-103ACD397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D999B8-06D9-EECA-7276-54D7ACB82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6C759-36C1-451B-A1EC-9868DF92108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86069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1A0AE2-6DCB-C324-19CC-616B989934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3DC440-4C49-0186-E1C1-76117AC826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324C09-F0E3-4C33-47A7-FBEEFB25D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ACA14-DE06-441E-9A11-869FA70D2DBB}" type="datetimeFigureOut">
              <a:rPr lang="en-GB" smtClean="0"/>
              <a:t>19/02/2025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853FAE-66D4-3EBE-1D78-7E6BD658EC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B20B12-482C-3E17-9D6F-C9902B157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6C759-36C1-451B-A1EC-9868DF92108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21303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ACA71-0BC8-0A91-C1F8-4A2B3E0F8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228F6D-9D2D-16B0-5A2B-B5C3F37C5C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900622-82EC-825A-AD67-452050B5B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ACA14-DE06-441E-9A11-869FA70D2DBB}" type="datetimeFigureOut">
              <a:rPr lang="en-GB" smtClean="0"/>
              <a:t>19/02/2025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694F59-D1F3-2437-E10B-ECA00C330F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C745A4-1522-8EC6-9351-1C06D3729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6C759-36C1-451B-A1EC-9868DF92108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3601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B9C70-1DF9-FE6D-F477-B110348DAF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63F408-EDCD-CFDA-D655-DF17E0B2A0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53ABF3-0E74-C256-68AB-6690B3DA3B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63824F-F8BD-7071-9C2F-C086CBD681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ACA14-DE06-441E-9A11-869FA70D2DBB}" type="datetimeFigureOut">
              <a:rPr lang="en-GB" smtClean="0"/>
              <a:t>19/02/2025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9AF192-D112-A5AF-6FEA-B49928B6D4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2C85BC-C431-DA16-4B8A-F0DCEC367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6C759-36C1-451B-A1EC-9868DF92108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44715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131C3-FAE7-C801-2E07-B6F8695858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C48FED-C60D-C661-F2A9-908B8D4D31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AC156E-6AEC-AEFF-60A8-A7B07B3F51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0AD4B4D-646B-7652-9475-03F623B80B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E374DB-A34D-999E-FA51-2D362AC849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733C669-94BA-0FEF-2B3E-4CF32D8CE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ACA14-DE06-441E-9A11-869FA70D2DBB}" type="datetimeFigureOut">
              <a:rPr lang="en-GB" smtClean="0"/>
              <a:t>19/02/2025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A3A791F-4DCB-738E-96F7-A209D086F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E03B2F-538E-FB11-34BB-2CDE1B57B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6C759-36C1-451B-A1EC-9868DF92108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866850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99E725-1104-A90D-37AE-CD431EBF0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AACF0F-83B6-BD26-2600-810E5823B6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ACA14-DE06-441E-9A11-869FA70D2DBB}" type="datetimeFigureOut">
              <a:rPr lang="en-GB" smtClean="0"/>
              <a:t>19/02/2025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986E02-FE8D-D62E-8FD7-6A17DA1AFA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2C8051-F4A1-A17A-5AA5-5EF55C14FF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6C759-36C1-451B-A1EC-9868DF92108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362741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19F0EE-8894-835E-7B14-3BDB50D5C8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ACA14-DE06-441E-9A11-869FA70D2DBB}" type="datetimeFigureOut">
              <a:rPr lang="en-GB" smtClean="0"/>
              <a:t>19/02/2025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2E3943-DAB4-3E97-A9C5-177460FAE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FC4889-B4DC-374D-7AF6-CF019B1EE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6C759-36C1-451B-A1EC-9868DF92108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79958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D60A96-1164-ED76-E020-FED54CFA0C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12ACEB-124B-A590-15DD-674C0C72BB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5C3A2C-5882-6E8D-53EE-D8E242C709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E631A5-5FDE-5B6F-5A3E-A59871FE3F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ACA14-DE06-441E-9A11-869FA70D2DBB}" type="datetimeFigureOut">
              <a:rPr lang="en-GB" smtClean="0"/>
              <a:t>19/02/2025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F5CBE0-FE5C-CC61-5BDC-28BB50AB77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B74046-B531-FC92-0ECA-DC05BA43F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6C759-36C1-451B-A1EC-9868DF92108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31157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F7FFB7-817C-3F88-9DA9-F09E659A0B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6EF4C4-9CD0-E5B7-FE09-BFDB31BD43D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36FC7D-3D62-E9D4-854F-125A97E2F3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FC8F58-B8A8-52C2-C502-0963CAFF6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ACA14-DE06-441E-9A11-869FA70D2DBB}" type="datetimeFigureOut">
              <a:rPr lang="en-GB" smtClean="0"/>
              <a:t>19/02/2025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3E9D7E-A742-3723-7EBC-92522006C0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933D5D-DCBD-238F-15DD-35A98F998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6C759-36C1-451B-A1EC-9868DF92108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2955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BED31C-243C-7942-9B81-C9640B0EA8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5CF997-473D-C945-18C4-979746955F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3ACD70-8CAF-D481-EFF5-0A2E0F1BB4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ACA14-DE06-441E-9A11-869FA70D2DBB}" type="datetimeFigureOut">
              <a:rPr lang="en-GB" smtClean="0"/>
              <a:t>19/02/2025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F3A277-E4F3-39FB-027D-2880C5BF45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E24DDE-16E1-3D92-8327-68C1BB07D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6C759-36C1-451B-A1EC-9868DF92108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930032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5587337-27AE-47AD-E033-DA39B6A5D7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4B6258-8FD3-A5B2-178B-098A20DCF4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B5ADE2-441B-B1E6-D383-FF812EB3EA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ACA14-DE06-441E-9A11-869FA70D2DBB}" type="datetimeFigureOut">
              <a:rPr lang="en-GB" smtClean="0"/>
              <a:t>19/02/2025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D4914C-1D26-204E-1871-893631D56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0BE976-5CC4-861C-27A5-42B7B5974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6C759-36C1-451B-A1EC-9868DF92108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36289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859EB4F-E869-F95C-2E2F-439819F164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B9DC29-5BCB-03A9-A57F-4395945417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12F76D-6445-83BF-4DFE-A27E1BC735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4ACA14-DE06-441E-9A11-869FA70D2DBB}" type="datetimeFigureOut">
              <a:rPr lang="en-GB" smtClean="0"/>
              <a:t>19/02/2025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A305D5-770C-5EB7-466D-40BDD6673A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B3FB6F-CFDA-ABC7-30A5-DD8D7132E6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F6C759-36C1-451B-A1EC-9868DF92108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09613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ZwiftRacing.app News: Season 2 Update &amp; Weekend Tour | Zwift Insider">
            <a:extLst>
              <a:ext uri="{FF2B5EF4-FFF2-40B4-BE49-F238E27FC236}">
                <a16:creationId xmlns:a16="http://schemas.microsoft.com/office/drawing/2014/main" id="{64266838-C294-D4A0-3601-804540ED3B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22363"/>
            <a:ext cx="12192000" cy="42743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D605B0B-9672-C31E-EF2A-C3CB997C08F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sl-SI" dirty="0"/>
              <a:t>CS50P Final Project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F90359-90C0-5D6B-B282-33D6B76A4C5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sl-SI" sz="3200" b="1" dirty="0"/>
              <a:t>Project title: TSS calculator</a:t>
            </a:r>
          </a:p>
          <a:p>
            <a:endParaRPr lang="sl-SI" sz="3200" b="1" dirty="0"/>
          </a:p>
          <a:p>
            <a:endParaRPr lang="en-GB" sz="32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AD94B2-4FFF-1497-CFDD-77A6464709F2}"/>
              </a:ext>
            </a:extLst>
          </p:cNvPr>
          <p:cNvSpPr txBox="1"/>
          <p:nvPr/>
        </p:nvSpPr>
        <p:spPr>
          <a:xfrm>
            <a:off x="9925050" y="6288325"/>
            <a:ext cx="20478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dirty="0"/>
              <a:t>Miha Hrovat, 2025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538629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CF347D-E24F-FABC-72BC-27E9710D6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dirty="0"/>
              <a:t>Video requirements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E02786-6C11-9B33-BB7C-47B66AA146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l-SI" dirty="0"/>
              <a:t>Project title: TSS calculator</a:t>
            </a:r>
          </a:p>
          <a:p>
            <a:r>
              <a:rPr lang="sl-SI" dirty="0"/>
              <a:t>Name: Miha Hrovat</a:t>
            </a:r>
          </a:p>
          <a:p>
            <a:r>
              <a:rPr lang="sl-SI" dirty="0"/>
              <a:t>GitHub and edX usernames: Miketymike (GitHub), mihahrovat (edX)</a:t>
            </a:r>
          </a:p>
          <a:p>
            <a:r>
              <a:rPr lang="sl-SI" dirty="0"/>
              <a:t>City and country: Prague, Czech Republic</a:t>
            </a:r>
          </a:p>
          <a:p>
            <a:r>
              <a:rPr lang="sl-SI" dirty="0"/>
              <a:t>Date of recording: 19.02.2025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159244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85BB6F-FD64-B534-37DE-362ACA21D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dirty="0"/>
              <a:t>Project background	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9E5308-8C6C-1B16-8591-1F7544D1DC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Zwift is a massively multiplayer online cycling and running physical training program that enables users to interact, train, and compete in a virtual world</a:t>
            </a:r>
            <a:endParaRPr lang="sl-SI" dirty="0"/>
          </a:p>
          <a:p>
            <a:r>
              <a:rPr lang="sl-SI" dirty="0"/>
              <a:t>One of the races I do with my team is TTT (team time trial), where we each do a part of the work on the front, while the rest is drafting behind</a:t>
            </a:r>
          </a:p>
          <a:p>
            <a:r>
              <a:rPr lang="sl-SI" dirty="0"/>
              <a:t>When we plan for the race, we try to optimize the workload between the team of (ideally) 8 riders (max. team size)</a:t>
            </a:r>
          </a:p>
          <a:p>
            <a:r>
              <a:rPr lang="sl-SI" dirty="0"/>
              <a:t>Workload is measured by TSS (training stress score)</a:t>
            </a:r>
          </a:p>
        </p:txBody>
      </p:sp>
    </p:spTree>
    <p:extLst>
      <p:ext uri="{BB962C8B-B14F-4D97-AF65-F5344CB8AC3E}">
        <p14:creationId xmlns:p14="http://schemas.microsoft.com/office/powerpoint/2010/main" val="42027574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1E791E-9230-3CE5-851E-6E43AB5923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DEFFF6-382A-AE13-7C46-37CD0CE0BE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2050" name="Picture 2" descr="TTT Event - WTRL">
            <a:extLst>
              <a:ext uri="{FF2B5EF4-FFF2-40B4-BE49-F238E27FC236}">
                <a16:creationId xmlns:a16="http://schemas.microsoft.com/office/drawing/2014/main" id="{42B7F720-A8E3-0102-FCCB-206D24CA62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132243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F257ECB-50B0-221F-B269-03E73F34F9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2590085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C6E46C-063E-9477-2D4F-1495954ED6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1350" y="2590085"/>
            <a:ext cx="8172450" cy="3586878"/>
          </a:xfrm>
        </p:spPr>
        <p:txBody>
          <a:bodyPr/>
          <a:lstStyle/>
          <a:p>
            <a:r>
              <a:rPr lang="sl-SI" dirty="0"/>
              <a:t>We use Google Sheets for some calculations, but don‘t have a calculator to distribute the workload „as fair as possible“ (TSS being as small as possible between min. &amp; max.)</a:t>
            </a:r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D11C308-1516-E6B1-8EE3-280C073853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458204"/>
            <a:ext cx="3026335" cy="417576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9281CA0F-1633-74D9-93F1-CF400474C3C3}"/>
              </a:ext>
            </a:extLst>
          </p:cNvPr>
          <p:cNvSpPr/>
          <p:nvPr/>
        </p:nvSpPr>
        <p:spPr>
          <a:xfrm>
            <a:off x="619760" y="873760"/>
            <a:ext cx="833120" cy="14427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38B2EA1-A6AB-CDF8-D0AC-66F6C0FAE066}"/>
              </a:ext>
            </a:extLst>
          </p:cNvPr>
          <p:cNvSpPr/>
          <p:nvPr/>
        </p:nvSpPr>
        <p:spPr>
          <a:xfrm>
            <a:off x="772160" y="5048289"/>
            <a:ext cx="833120" cy="14427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5FDAACB-AE4B-D611-5920-54B933AEB9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5150" y="4605139"/>
            <a:ext cx="2952750" cy="205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68488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7F231-E0E8-4E2F-E30F-21F26F5E2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dirty="0"/>
              <a:t>What the program does?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583CD2-B836-F324-BCCB-5142F6C978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l-SI" dirty="0"/>
              <a:t>It takes .csv file copied from the planned Google Sheets table in this form:</a:t>
            </a:r>
          </a:p>
          <a:p>
            <a:endParaRPr lang="sl-SI" dirty="0"/>
          </a:p>
          <a:p>
            <a:endParaRPr lang="sl-SI" dirty="0"/>
          </a:p>
          <a:p>
            <a:endParaRPr lang="sl-SI" dirty="0"/>
          </a:p>
          <a:p>
            <a:endParaRPr lang="sl-SI" dirty="0"/>
          </a:p>
          <a:p>
            <a:r>
              <a:rPr lang="sl-SI" dirty="0"/>
              <a:t>Not all the columns are needed for this project, but could be used to further improve the calculations based on the game‘s algorithm</a:t>
            </a:r>
            <a:br>
              <a:rPr lang="sl-SI" dirty="0"/>
            </a:b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14DE3E0-4440-9E41-AB28-2A9F4C5D44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741930"/>
            <a:ext cx="5334000" cy="194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8294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5C7CE7-B0B7-6D65-4D20-9C975CB230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257039"/>
            <a:ext cx="10515600" cy="2438401"/>
          </a:xfrm>
        </p:spPr>
        <p:txBody>
          <a:bodyPr>
            <a:normAutofit/>
          </a:bodyPr>
          <a:lstStyle/>
          <a:p>
            <a:r>
              <a:rPr lang="sl-SI" sz="2000" dirty="0"/>
              <a:t>It takes the input of the user on the estimation of time the team will take to finish the course</a:t>
            </a:r>
          </a:p>
          <a:p>
            <a:r>
              <a:rPr lang="sl-SI" sz="2000" dirty="0"/>
              <a:t>It does some converting for calculations further down the line</a:t>
            </a:r>
          </a:p>
          <a:p>
            <a:r>
              <a:rPr lang="sl-SI" sz="2000" dirty="0"/>
              <a:t>It creates 40320 permutations for 8 riders to get all possible versions of order</a:t>
            </a:r>
          </a:p>
          <a:p>
            <a:r>
              <a:rPr lang="sl-SI" sz="2000" dirty="0"/>
              <a:t>It takes all possible combinations of times for each rider (for purposes of this project and shorter calculation times, I only chose 30s for each rider, otherwise we are chosing from 30, 45, 60, 90 and 120 seconds which would enormously increase the number of possible combinations and calculation time)</a:t>
            </a:r>
          </a:p>
          <a:p>
            <a:endParaRPr lang="sl-SI" sz="2000" dirty="0"/>
          </a:p>
          <a:p>
            <a:endParaRPr lang="en-GB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6CA90E-F9E0-A1AC-3F1D-E8C49B764F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7440" y="0"/>
            <a:ext cx="7223760" cy="4094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79070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4EB197-EDAC-AAF1-21DA-46C5060ECA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2695" y="427130"/>
            <a:ext cx="10515600" cy="5848163"/>
          </a:xfrm>
        </p:spPr>
        <p:txBody>
          <a:bodyPr>
            <a:normAutofit/>
          </a:bodyPr>
          <a:lstStyle/>
          <a:p>
            <a:r>
              <a:rPr lang="sl-SI" dirty="0"/>
              <a:t>In this project‘s example, it then creates 40.320 combinations of riders and for each combination applies 30s for each rider</a:t>
            </a:r>
          </a:p>
          <a:p>
            <a:r>
              <a:rPr lang="sl-SI" dirty="0"/>
              <a:t>It then calculates multiple metrics required to get to the final desired TSS difference result:</a:t>
            </a:r>
          </a:p>
          <a:p>
            <a:pPr marL="0" indent="0">
              <a:buNone/>
            </a:pPr>
            <a:r>
              <a:rPr lang="sl-SI" dirty="0"/>
              <a:t>Summary of all lead times (in this case 8x 30s = 240s), cycles per course (sum(lead times) / estimated minutes to finish, in case of 30min, this is 7.5 cycles), rider‘s position in current iteration, power at each of 8 positions, time at each of 8 positions, NP (normalized power) and TSS, and lastly, TSS difference (max. – min.) for current iteration</a:t>
            </a:r>
          </a:p>
          <a:p>
            <a:r>
              <a:rPr lang="sl-SI" dirty="0"/>
              <a:t>Lastly, it outputs a sorted .csv file with results of all the iterations that have TSS_diff smaller than the one input by the user</a:t>
            </a:r>
          </a:p>
        </p:txBody>
      </p:sp>
    </p:spTree>
    <p:extLst>
      <p:ext uri="{BB962C8B-B14F-4D97-AF65-F5344CB8AC3E}">
        <p14:creationId xmlns:p14="http://schemas.microsoft.com/office/powerpoint/2010/main" val="6647706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433B2F-B50A-74C7-33F5-4084A9F3DE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8E8C7A-41AC-FC56-DAD4-5A970171EA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4C0368-6120-2750-147A-FFA4F1F7E0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21236"/>
            <a:ext cx="12192000" cy="5615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42392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350</TotalTime>
  <Words>488</Words>
  <Application>Microsoft Office PowerPoint</Application>
  <PresentationFormat>Widescreen</PresentationFormat>
  <Paragraphs>30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CS50P Final Project</vt:lpstr>
      <vt:lpstr>Video requirements</vt:lpstr>
      <vt:lpstr>Project background </vt:lpstr>
      <vt:lpstr>PowerPoint Presentation</vt:lpstr>
      <vt:lpstr>PowerPoint Presentation</vt:lpstr>
      <vt:lpstr>What the program does?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Hrovat, Miha</dc:creator>
  <cp:lastModifiedBy>Hrovat, Miha</cp:lastModifiedBy>
  <cp:revision>2</cp:revision>
  <dcterms:created xsi:type="dcterms:W3CDTF">2025-02-19T12:04:59Z</dcterms:created>
  <dcterms:modified xsi:type="dcterms:W3CDTF">2025-02-19T17:55:57Z</dcterms:modified>
</cp:coreProperties>
</file>