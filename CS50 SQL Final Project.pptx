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734CC1-92C5-271F-1829-51BFCCC5A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E71C016-2400-D4C8-3B2D-5A212760F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13DD20-691C-8C05-96EE-12EEDFF0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433160-A78E-8003-267D-103ACD39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D999B8-06D9-EECA-7276-54D7ACB8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0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A0AE2-6DCB-C324-19CC-616B9899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3DC440-4C49-0186-E1C1-76117AC8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324C09-F0E3-4C33-47A7-FBEEFB25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B853FAE-66D4-3EBE-1D78-7E6BD658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20B12-482C-3E17-9D6F-C9902B15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13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6ACA71-0BC8-0A91-C1F8-4A2B3E0F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228F6D-9D2D-16B0-5A2B-B5C3F37C5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900622-82EC-825A-AD67-452050B5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694F59-D1F3-2437-E10B-ECA00C33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C745A4-1522-8EC6-9351-1C06D372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BB9C70-1DF9-FE6D-F477-B110348D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63F408-EDCD-CFDA-D655-DF17E0B2A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A53ABF3-0E74-C256-68AB-6690B3DA3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63824F-F8BD-7071-9C2F-C086CBD6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59AF192-D112-A5AF-6FEA-B49928B6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12C85BC-C431-DA16-4B8A-F0DCEC36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47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3131C3-FAE7-C801-2E07-B6F86958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0C48FED-C60D-C661-F2A9-908B8D4D3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5AC156E-6AEC-AEFF-60A8-A7B07B3F5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0AD4B4D-646B-7652-9475-03F623B80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EE374DB-A34D-999E-FA51-2D362AC849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33C669-94BA-0FEF-2B3E-4CF32D8C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A3A791F-4DCB-738E-96F7-A209D086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0E03B2F-538E-FB11-34BB-2CDE1B57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68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99E725-1104-A90D-37AE-CD431EBF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AACF0F-83B6-BD26-2600-810E5823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5986E02-FE8D-D62E-8FD7-6A17DA1A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2C8051-F4A1-A17A-5AA5-5EF55C14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27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919F0EE-8894-835E-7B14-3BDB50D5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92E3943-DAB4-3E97-A9C5-177460FA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FC4889-B4DC-374D-7AF6-CF019B1E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99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D60A96-1164-ED76-E020-FED54CFA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12ACEB-124B-A590-15DD-674C0C72B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5C3A2C-5882-6E8D-53EE-D8E242C70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E631A5-5FDE-5B6F-5A3E-A59871FE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DF5CBE0-FE5C-CC61-5BDC-28BB50AB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B74046-B531-FC92-0ECA-DC05BA43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11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F7FFB7-817C-3F88-9DA9-F09E659A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B6EF4C4-9CD0-E5B7-FE09-BFDB31BD4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836FC7D-3D62-E9D4-854F-125A97E2F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0FC8F58-B8A8-52C2-C502-0963CAFF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C3E9D7E-A742-3723-7EBC-92522006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933D5D-DCBD-238F-15DD-35A98F99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BED31C-243C-7942-9B81-C9640B0E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F5CF997-473D-C945-18C4-979746955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3ACD70-8CAF-D481-EFF5-0A2E0F1B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F3A277-E4F3-39FB-027D-2880C5BF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FE24DDE-16E1-3D92-8327-68C1BB07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0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5587337-27AE-47AD-E033-DA39B6A5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4B6258-8FD3-A5B2-178B-098A20DC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B5ADE2-441B-B1E6-D383-FF812EB3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D4914C-1D26-204E-1871-893631D5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BE976-5CC4-861C-27A5-42B7B597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62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859EB4F-E869-F95C-2E2F-439819F16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B9DC29-5BCB-03A9-A57F-43959454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12F76D-6445-83BF-4DFE-A27E1BC73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ACA14-DE06-441E-9A11-869FA70D2DBB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A305D5-770C-5EB7-466D-40BDD6673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B3FB6F-CFDA-ABC7-30A5-DD8D7132E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6C759-36C1-451B-A1EC-9868DF92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96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ersonal Finance Background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582"/>
            <a:ext cx="12192000" cy="685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605B0B-9672-C31E-EF2A-C3CB997C0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 smtClean="0"/>
              <a:t>CS50 SQL </a:t>
            </a:r>
            <a:r>
              <a:rPr lang="sl-SI" dirty="0"/>
              <a:t>Final Project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5F90359-90C0-5D6B-B282-33D6B76A4C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l-SI" sz="3200" b="1" dirty="0"/>
              <a:t>Project title: </a:t>
            </a:r>
            <a:r>
              <a:rPr lang="sl-SI" sz="3200" b="1" dirty="0" smtClean="0"/>
              <a:t>Personal finances</a:t>
            </a:r>
            <a:endParaRPr lang="sl-SI" sz="3200" b="1" dirty="0"/>
          </a:p>
          <a:p>
            <a:endParaRPr lang="sl-SI" sz="3200" b="1" dirty="0"/>
          </a:p>
          <a:p>
            <a:endParaRPr lang="en-GB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3AD94B2-4FFF-1497-CFDD-77A6464709F2}"/>
              </a:ext>
            </a:extLst>
          </p:cNvPr>
          <p:cNvSpPr txBox="1"/>
          <p:nvPr/>
        </p:nvSpPr>
        <p:spPr>
          <a:xfrm>
            <a:off x="9512004" y="6356692"/>
            <a:ext cx="267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Miha Hrovat,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386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CF347D-E24F-FABC-72BC-27E9710D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Video requirements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E02786-6C11-9B33-BB7C-47B66AA14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Project title: </a:t>
            </a:r>
            <a:r>
              <a:rPr lang="sl-SI" dirty="0" smtClean="0"/>
              <a:t>Personal finances</a:t>
            </a:r>
            <a:endParaRPr lang="sl-SI" dirty="0"/>
          </a:p>
          <a:p>
            <a:r>
              <a:rPr lang="sl-SI" dirty="0"/>
              <a:t>Name: Miha Hrovat</a:t>
            </a:r>
          </a:p>
          <a:p>
            <a:r>
              <a:rPr lang="sl-SI" dirty="0"/>
              <a:t>GitHub and edX usernames: Miketymike (GitHub), mihahrovat (edX)</a:t>
            </a:r>
          </a:p>
          <a:p>
            <a:r>
              <a:rPr lang="sl-SI" dirty="0"/>
              <a:t>City and country: Prague, Czech Republic</a:t>
            </a:r>
          </a:p>
          <a:p>
            <a:r>
              <a:rPr lang="sl-SI" dirty="0"/>
              <a:t>Date of recording: </a:t>
            </a:r>
            <a:r>
              <a:rPr lang="sl-SI" dirty="0" smtClean="0"/>
              <a:t>03</a:t>
            </a:r>
            <a:r>
              <a:rPr lang="sl-SI" dirty="0" smtClean="0"/>
              <a:t>.03.2025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592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85BB6F-FD64-B534-37DE-362ACA21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Project background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9E5308-8C6C-1B16-8591-1F7544D1D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 smtClean="0"/>
              <a:t>I like to track my finances, especially when I </a:t>
            </a:r>
            <a:r>
              <a:rPr lang="sl-SI" smtClean="0"/>
              <a:t>am dividing </a:t>
            </a:r>
            <a:r>
              <a:rPr lang="sl-SI" dirty="0" smtClean="0"/>
              <a:t>costs with my roommate so it is easier to settle shared costs</a:t>
            </a:r>
          </a:p>
          <a:p>
            <a:r>
              <a:rPr lang="sl-SI" dirty="0" smtClean="0"/>
              <a:t>I also like to have budgets for different categories, so it is easier to analyse where I spend my money</a:t>
            </a:r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420275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94" y="0"/>
            <a:ext cx="10015671" cy="6869954"/>
          </a:xfrm>
        </p:spPr>
      </p:pic>
    </p:spTree>
    <p:extLst>
      <p:ext uri="{BB962C8B-B14F-4D97-AF65-F5344CB8AC3E}">
        <p14:creationId xmlns:p14="http://schemas.microsoft.com/office/powerpoint/2010/main" val="171150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Tables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25" y="2890183"/>
            <a:ext cx="2946639" cy="1485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755" y="2656465"/>
            <a:ext cx="4031054" cy="19525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197043"/>
            <a:ext cx="30099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0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Tables ctd.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29" y="2086484"/>
            <a:ext cx="3351406" cy="26197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423" y="1690688"/>
            <a:ext cx="3998230" cy="40482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841" y="1923488"/>
            <a:ext cx="3429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488"/>
            <a:ext cx="12190947" cy="466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4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Views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617" y="1681163"/>
            <a:ext cx="88773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12" y="1764617"/>
            <a:ext cx="10294575" cy="35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2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65" y="1443038"/>
            <a:ext cx="3543300" cy="3467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312" y="1895787"/>
            <a:ext cx="6030438" cy="25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smtClean="0"/>
              <a:t>User entries</a:t>
            </a:r>
            <a:endParaRPr lang="sl-S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73" y="2220527"/>
            <a:ext cx="11389802" cy="230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9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104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CS50 SQL Final Project</vt:lpstr>
      <vt:lpstr>Video requirements</vt:lpstr>
      <vt:lpstr>Project background </vt:lpstr>
      <vt:lpstr>PowerPoint Presentation</vt:lpstr>
      <vt:lpstr>Tables</vt:lpstr>
      <vt:lpstr>Tables ctd.</vt:lpstr>
      <vt:lpstr>PowerPoint Presentation</vt:lpstr>
      <vt:lpstr>Views</vt:lpstr>
      <vt:lpstr>PowerPoint Presentation</vt:lpstr>
      <vt:lpstr>PowerPoint Presentation</vt:lpstr>
      <vt:lpstr>User entries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 SQL Final Project</dc:title>
  <dc:creator>Hrovat, Miha</dc:creator>
  <cp:lastModifiedBy>Miha Hrovat</cp:lastModifiedBy>
  <cp:revision>7</cp:revision>
  <dcterms:created xsi:type="dcterms:W3CDTF">2025-02-19T12:04:59Z</dcterms:created>
  <dcterms:modified xsi:type="dcterms:W3CDTF">2025-03-03T17:00:44Z</dcterms:modified>
</cp:coreProperties>
</file>